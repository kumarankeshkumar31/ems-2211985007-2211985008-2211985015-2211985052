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6" r:id="rId11"/>
    <p:sldId id="267" r:id="rId12"/>
    <p:sldId id="268" r:id="rId13"/>
  </p:sldIdLst>
  <p:sldSz cx="9144000" cy="6858000" type="screen4x3"/>
  <p:notesSz cx="9144000" cy="6858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66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Content" userDrawn="1">
  <p:cSld name="OBJEC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>
            <a:spLocks noGrp="1"/>
          </p:cNvSpPr>
          <p:nvPr>
            <p:ph type="title"/>
          </p:nvPr>
        </p:nvSpPr>
        <p:spPr bwMode="auto">
          <a:xfrm>
            <a:off x="1072662" y="904264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body" idx="1"/>
          </p:nvPr>
        </p:nvSpPr>
        <p:spPr bwMode="auto">
          <a:xfrm>
            <a:off x="457200" y="1863968"/>
            <a:ext cx="8229600" cy="403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B35BFEA5-8982-4E8D-B6F1-7F9E40C26410}" type="datetime1">
              <a:rPr lang="en-US"/>
              <a:t>5/15/2026</a:t>
            </a:fld>
            <a:endParaRPr/>
          </a:p>
        </p:txBody>
      </p:sp>
      <p:sp>
        <p:nvSpPr>
          <p:cNvPr id="34" name="Google Shape;34;p2"/>
          <p:cNvSpPr txBox="1">
            <a:spLocks noGrp="1"/>
          </p:cNvSpPr>
          <p:nvPr>
            <p:ph type="ftr" idx="11"/>
          </p:nvPr>
        </p:nvSpPr>
        <p:spPr bwMode="auto">
          <a:xfrm>
            <a:off x="3537437" y="6322439"/>
            <a:ext cx="2291863" cy="39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/>
              <a:t>Footer</a:t>
            </a:r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11;p1"/>
          <p:cNvSpPr/>
          <p:nvPr/>
        </p:nvSpPr>
        <p:spPr bwMode="auto"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" name="Google Shape;12;p1" descr="LOGO.gif"/>
          <p:cNvPicPr/>
          <p:nvPr/>
        </p:nvPicPr>
        <p:blipFill>
          <a:blip r:embed="rId3">
            <a:alphaModFix/>
          </a:blip>
          <a:srcRect b="10712"/>
          <a:stretch/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/>
          <p:nvPr/>
        </p:nvPicPr>
        <p:blipFill>
          <a:blip r:embed="rId3">
            <a:alphaModFix/>
          </a:blip>
          <a:srcRect b="10712"/>
          <a:stretch/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 bwMode="auto">
          <a:xfrm>
            <a:off x="6146800" y="0"/>
            <a:ext cx="2997200" cy="876299"/>
            <a:chOff x="6096000" y="3924300"/>
            <a:chExt cx="2997200" cy="876299"/>
          </a:xfrm>
        </p:grpSpPr>
        <p:sp>
          <p:nvSpPr>
            <p:cNvPr id="15" name="Google Shape;15;p1"/>
            <p:cNvSpPr txBox="1"/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16" name="Google Shape;16;p1" descr="LOGO.gif"/>
            <p:cNvPicPr/>
            <p:nvPr/>
          </p:nvPicPr>
          <p:blipFill>
            <a:blip r:embed="rId3">
              <a:alphaModFix/>
            </a:blip>
            <a:srcRect b="10712"/>
            <a:stretch/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 txBox="1"/>
            <p:nvPr/>
          </p:nvSpPr>
          <p:spPr bwMode="auto"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8" name="Google Shape;18;p1" descr="logo.jpg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/>
          <p:nvPr/>
        </p:nvPicPr>
        <p:blipFill>
          <a:blip r:embed="rId3">
            <a:alphaModFix/>
          </a:blip>
          <a:srcRect b="10712"/>
          <a:stretch/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 bwMode="auto">
          <a:xfrm>
            <a:off x="6146800" y="0"/>
            <a:ext cx="2997200" cy="876299"/>
            <a:chOff x="6096000" y="3924300"/>
            <a:chExt cx="2997200" cy="876299"/>
          </a:xfrm>
        </p:grpSpPr>
        <p:sp>
          <p:nvSpPr>
            <p:cNvPr id="21" name="Google Shape;21;p1"/>
            <p:cNvSpPr txBox="1"/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pic>
          <p:nvPicPr>
            <p:cNvPr id="22" name="Google Shape;22;p1" descr="LOGO.gif"/>
            <p:cNvPicPr/>
            <p:nvPr/>
          </p:nvPicPr>
          <p:blipFill>
            <a:blip r:embed="rId3">
              <a:alphaModFix/>
            </a:blip>
            <a:srcRect b="10712"/>
            <a:stretch/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 txBox="1"/>
            <p:nvPr/>
          </p:nvSpPr>
          <p:spPr bwMode="auto"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24" name="Google Shape;24;p1" descr="logo.jpg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799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fld id="{7D623AC0-010D-4231-9E22-0258C62AA92B}" type="datetime1">
              <a:rPr lang="en-US"/>
              <a:t>5/15/2026</a:t>
            </a:fld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 bwMode="auto">
          <a:xfrm>
            <a:off x="219457" y="2404182"/>
            <a:ext cx="9009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u="sng" dirty="0">
                <a:latin typeface="Eras Demi ITC"/>
              </a:rPr>
              <a:t>Employee Management System</a:t>
            </a:r>
          </a:p>
          <a:p>
            <a:pPr algn="ctr">
              <a:defRPr/>
            </a:pPr>
            <a:endParaRPr lang="en-US" sz="2800" u="sng" dirty="0">
              <a:latin typeface="Eras Demi ITC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 flipH="1">
            <a:off x="3437800" y="2043994"/>
            <a:ext cx="2277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 b="1"/>
              <a:t>         on</a:t>
            </a:r>
            <a:endParaRPr lang="en-IN" sz="2800" b="1"/>
          </a:p>
        </p:txBody>
      </p:sp>
      <p:sp>
        <p:nvSpPr>
          <p:cNvPr id="4" name="TextBox 3"/>
          <p:cNvSpPr txBox="1"/>
          <p:nvPr/>
        </p:nvSpPr>
        <p:spPr bwMode="auto">
          <a:xfrm>
            <a:off x="1963716" y="1514528"/>
            <a:ext cx="5225203" cy="731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Lab Oriented Project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3660949" y="4303236"/>
            <a:ext cx="1830738" cy="39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/>
              <a:t>Presented By</a:t>
            </a:r>
            <a:endParaRPr lang="en-IN" sz="1600" b="1"/>
          </a:p>
        </p:txBody>
      </p:sp>
      <p:sp>
        <p:nvSpPr>
          <p:cNvPr id="7" name="TextBox 6"/>
          <p:cNvSpPr txBox="1"/>
          <p:nvPr/>
        </p:nvSpPr>
        <p:spPr bwMode="auto">
          <a:xfrm>
            <a:off x="3196605" y="4699836"/>
            <a:ext cx="3216387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IN" dirty="0"/>
              <a:t>Ankesh Kumar (2211985007)</a:t>
            </a:r>
          </a:p>
          <a:p>
            <a:pPr>
              <a:lnSpc>
                <a:spcPct val="150000"/>
              </a:lnSpc>
              <a:defRPr/>
            </a:pPr>
            <a:r>
              <a:rPr lang="en-IN" dirty="0" err="1"/>
              <a:t>Bhavneesh</a:t>
            </a:r>
            <a:r>
              <a:rPr lang="en-IN" dirty="0"/>
              <a:t> Sharma  (2211985015)</a:t>
            </a:r>
          </a:p>
          <a:p>
            <a:pPr>
              <a:lnSpc>
                <a:spcPct val="150000"/>
              </a:lnSpc>
              <a:defRPr/>
            </a:pPr>
            <a:r>
              <a:rPr lang="en-IN" dirty="0"/>
              <a:t>Tarun Rana  (2211985052)</a:t>
            </a:r>
          </a:p>
          <a:p>
            <a:pPr>
              <a:lnSpc>
                <a:spcPct val="150000"/>
              </a:lnSpc>
              <a:defRPr/>
            </a:pPr>
            <a:r>
              <a:rPr lang="en-IN" dirty="0"/>
              <a:t>Ankit Thakur (2211985008)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2907205" y="3349351"/>
            <a:ext cx="331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i="1" dirty="0"/>
              <a:t>(Course Code: </a:t>
            </a:r>
            <a:r>
              <a:rPr lang="en-US" sz="2400" b="0" i="1" u="none" strike="noStrike" cap="none" spc="0" dirty="0">
                <a:solidFill>
                  <a:srgbClr val="000000"/>
                </a:solidFill>
                <a:latin typeface="Arial"/>
                <a:cs typeface="Arial"/>
              </a:rPr>
              <a:t>CS253</a:t>
            </a:r>
            <a:r>
              <a:rPr lang="en-US" sz="2400" i="1" dirty="0"/>
              <a:t>)</a:t>
            </a:r>
            <a:endParaRPr lang="en-IN" sz="2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 bwMode="auto">
          <a:xfrm>
            <a:off x="690283" y="1057837"/>
            <a:ext cx="2788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 u="sng">
                <a:ln w="0"/>
                <a:solidFill>
                  <a:schemeClr val="tx1"/>
                </a:solidFill>
                <a:latin typeface="Segoe UI Semibold"/>
                <a:cs typeface="Segoe UI Semibold"/>
              </a:rPr>
              <a:t>Content</a:t>
            </a:r>
            <a:r>
              <a:rPr lang="en-US" sz="2800">
                <a:ln w="0"/>
                <a:solidFill>
                  <a:schemeClr val="tx1"/>
                </a:solidFill>
                <a:latin typeface="Segoe UI Semibold"/>
                <a:cs typeface="Segoe UI Semibold"/>
              </a:rPr>
              <a:t> :-</a:t>
            </a:r>
            <a:endParaRPr lang="en-IN" sz="2800">
              <a:ln w="0"/>
              <a:solidFill>
                <a:schemeClr val="tx1"/>
              </a:solidFill>
              <a:latin typeface="Segoe UI Semibold"/>
              <a:cs typeface="Segoe UI Semibold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237129" y="1936376"/>
            <a:ext cx="6229785" cy="4480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  <a:defRPr/>
            </a:pPr>
            <a:r>
              <a:rPr lang="en-US" sz="2400"/>
              <a:t>Objective </a:t>
            </a:r>
            <a:endParaRPr/>
          </a:p>
          <a:p>
            <a:pPr marL="285750" indent="-285750">
              <a:lnSpc>
                <a:spcPct val="150000"/>
              </a:lnSpc>
              <a:buFont typeface="Wingdings"/>
              <a:buChar char="q"/>
              <a:defRPr/>
            </a:pPr>
            <a:r>
              <a:rPr lang="en-US" sz="2400"/>
              <a:t>Survey</a:t>
            </a:r>
            <a:endParaRPr/>
          </a:p>
          <a:p>
            <a:pPr marL="285750" indent="-285750">
              <a:lnSpc>
                <a:spcPct val="150000"/>
              </a:lnSpc>
              <a:buFont typeface="Wingdings"/>
              <a:buChar char="q"/>
              <a:defRPr/>
            </a:pPr>
            <a:r>
              <a:rPr lang="en-US" sz="2400"/>
              <a:t>Problem Statement</a:t>
            </a:r>
            <a:endParaRPr/>
          </a:p>
          <a:p>
            <a:pPr marL="285750" indent="-285750">
              <a:lnSpc>
                <a:spcPct val="150000"/>
              </a:lnSpc>
              <a:buFont typeface="Wingdings"/>
              <a:buChar char="q"/>
              <a:defRPr/>
            </a:pPr>
            <a:r>
              <a:rPr lang="en-US" sz="2400"/>
              <a:t>Methodology</a:t>
            </a:r>
            <a:endParaRPr/>
          </a:p>
          <a:p>
            <a:pPr marL="285750" indent="-285750">
              <a:lnSpc>
                <a:spcPct val="150000"/>
              </a:lnSpc>
              <a:buFont typeface="Wingdings"/>
              <a:buChar char="q"/>
              <a:defRPr/>
            </a:pPr>
            <a:r>
              <a:rPr lang="en-US" sz="2400"/>
              <a:t>Features</a:t>
            </a:r>
            <a:endParaRPr/>
          </a:p>
          <a:p>
            <a:pPr marL="285750" indent="-285750">
              <a:lnSpc>
                <a:spcPct val="150000"/>
              </a:lnSpc>
              <a:buFont typeface="Wingdings"/>
              <a:buChar char="q"/>
              <a:defRPr/>
            </a:pPr>
            <a:r>
              <a:rPr lang="en-US" sz="2400"/>
              <a:t>Sequence Diagram</a:t>
            </a:r>
            <a:endParaRPr/>
          </a:p>
          <a:p>
            <a:pPr marL="285750" indent="-285750">
              <a:lnSpc>
                <a:spcPct val="150000"/>
              </a:lnSpc>
              <a:buFont typeface="Wingdings"/>
              <a:buChar char="q"/>
              <a:defRPr/>
            </a:pPr>
            <a:r>
              <a:rPr lang="en-US" sz="2400"/>
              <a:t>Tech Stack</a:t>
            </a:r>
            <a:endParaRPr/>
          </a:p>
          <a:p>
            <a:pPr marL="285750" indent="-285750">
              <a:lnSpc>
                <a:spcPct val="150000"/>
              </a:lnSpc>
              <a:buFont typeface="Wingdings"/>
              <a:buChar char="q"/>
              <a:defRPr/>
            </a:pPr>
            <a:r>
              <a:rPr lang="en-US" sz="2400"/>
              <a:t>Conclusion </a:t>
            </a:r>
            <a:endParaRPr lang="en-IN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>
            <a:off x="1072662" y="822621"/>
            <a:ext cx="6477000" cy="8382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Arial Rounded MT Bold"/>
              </a:rPr>
              <a:t>Objective</a:t>
            </a:r>
            <a:endParaRPr lang="en-IN" dirty="0">
              <a:latin typeface="Arial Rounded MT Bold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 bwMode="auto">
          <a:xfrm>
            <a:off x="457200" y="1839460"/>
            <a:ext cx="8229600" cy="4033593"/>
          </a:xfrm>
        </p:spPr>
        <p:txBody>
          <a:bodyPr/>
          <a:lstStyle/>
          <a:p>
            <a:r>
              <a:rPr lang="en-US" sz="2400" dirty="0"/>
              <a:t>Our primary objective is to deliver a comprehensive Employee Management System that simplifies HR administrative tasks while simultaneously empowering employees with greater control and transparency over their work lives.</a:t>
            </a:r>
          </a:p>
          <a:p>
            <a:r>
              <a:rPr lang="en-US" sz="2400" b="1" dirty="0"/>
              <a:t>Automate HR Processes:</a:t>
            </a:r>
            <a:r>
              <a:rPr lang="en-US" sz="2400" dirty="0"/>
              <a:t> Reduce manual effort and human error.</a:t>
            </a:r>
          </a:p>
          <a:p>
            <a:r>
              <a:rPr lang="en-US" sz="2400" b="1" dirty="0"/>
              <a:t>Enhance Employee Empowerment:</a:t>
            </a:r>
            <a:r>
              <a:rPr lang="en-US" sz="2400" dirty="0"/>
              <a:t> Provide self-service tools for autonomy.</a:t>
            </a:r>
          </a:p>
          <a:p>
            <a:r>
              <a:rPr lang="en-US" sz="2400" b="1" dirty="0"/>
              <a:t>Improve Data Accessibility:</a:t>
            </a:r>
            <a:r>
              <a:rPr lang="en-US" sz="2400" dirty="0"/>
              <a:t> Ensure secure, on-demand access to information.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lvl="0">
              <a:defRPr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>
            <a:off x="1013395" y="743071"/>
            <a:ext cx="6477000" cy="8382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 Survey</a:t>
            </a:r>
            <a:endParaRPr lang="en-IN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 bwMode="auto">
          <a:xfrm>
            <a:off x="620485" y="1837713"/>
            <a:ext cx="7722085" cy="2543786"/>
          </a:xfrm>
        </p:spPr>
        <p:txBody>
          <a:bodyPr/>
          <a:lstStyle/>
          <a:p>
            <a:pPr marL="114299" indent="0" algn="just">
              <a:lnSpc>
                <a:spcPct val="150000"/>
              </a:lnSpc>
              <a:buNone/>
              <a:defRPr/>
            </a:pPr>
            <a:r>
              <a:rPr lang="en-US" sz="2400" dirty="0"/>
              <a:t>We identified key pain points through research and stakeholder interviews. HR teams reported spending excessive time on manual, repetitive tasks like leave management and onboarding. Employees expressed frustration with a lack of transparency into their leave balances, payroll details, and approval statuses, leading to decreased satisfaction and increased inquiries to HR.</a:t>
            </a:r>
            <a:br>
              <a:rPr lang="en-US" sz="1800" dirty="0"/>
            </a:br>
            <a:endParaRPr sz="1800" dirty="0">
              <a:latin typeface="Carlito"/>
              <a:cs typeface="Carlito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lvl="0">
              <a:defRPr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>
            <a:off x="1269885" y="995110"/>
            <a:ext cx="6477000" cy="486873"/>
          </a:xfrm>
        </p:spPr>
        <p:txBody>
          <a:bodyPr/>
          <a:lstStyle/>
          <a:p>
            <a:pPr>
              <a:defRPr/>
            </a:pPr>
            <a:r>
              <a:rPr lang="en-US" b="1"/>
              <a:t>Problem Statement</a:t>
            </a:r>
            <a:endParaRPr lang="en-IN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lvl="0">
              <a:defRPr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 bwMode="auto">
          <a:xfrm>
            <a:off x="694765" y="1805731"/>
            <a:ext cx="799563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Organizations struggle with outdated, inefficient HR systems that lead to:</a:t>
            </a:r>
          </a:p>
          <a:p>
            <a:endParaRPr lang="en-US" sz="2000" dirty="0"/>
          </a:p>
          <a:p>
            <a:r>
              <a:rPr lang="en-US" sz="2000" b="1" dirty="0"/>
              <a:t>Manual Processes:</a:t>
            </a:r>
            <a:r>
              <a:rPr lang="en-US" sz="2000" dirty="0"/>
              <a:t> Time-consuming and error-prone tasks like leave management and onboarding.</a:t>
            </a:r>
          </a:p>
          <a:p>
            <a:r>
              <a:rPr lang="en-US" sz="2000" b="1" dirty="0"/>
              <a:t>Lack of Transparency:</a:t>
            </a:r>
            <a:r>
              <a:rPr lang="en-US" sz="2000" dirty="0"/>
              <a:t> Employees lack visibility into their data, causing distrust and frustration.</a:t>
            </a:r>
          </a:p>
          <a:p>
            <a:r>
              <a:rPr lang="en-US" sz="2000" b="1" dirty="0"/>
              <a:t>Fragmented Data:</a:t>
            </a:r>
            <a:r>
              <a:rPr lang="en-US" sz="2000" dirty="0"/>
              <a:t> Employee records are scattered, hindering reporting and decision-making.</a:t>
            </a:r>
          </a:p>
          <a:p>
            <a:r>
              <a:rPr lang="en-US" sz="2000" b="1" dirty="0"/>
              <a:t>Inefficient Workflows:</a:t>
            </a:r>
            <a:r>
              <a:rPr lang="en-US" sz="2000" dirty="0"/>
              <a:t> Disjointed processes for approvals and department management.</a:t>
            </a:r>
          </a:p>
          <a:p>
            <a:r>
              <a:rPr lang="en-US" sz="2000" dirty="0"/>
              <a:t>Our system directly tackles these challenges to transform HR operations.</a:t>
            </a:r>
          </a:p>
          <a:p>
            <a:br>
              <a:rPr lang="en-US" sz="3600" dirty="0"/>
            </a:br>
            <a:endParaRPr sz="36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 bwMode="auto">
          <a:xfrm>
            <a:off x="1407298" y="840524"/>
            <a:ext cx="6477000" cy="838200"/>
          </a:xfrm>
        </p:spPr>
        <p:txBody>
          <a:bodyPr/>
          <a:lstStyle/>
          <a:p>
            <a:pPr>
              <a:defRPr/>
            </a:pPr>
            <a:r>
              <a:rPr lang="en-US" sz="2800" b="1">
                <a:latin typeface="Arial Rounded MT Bold"/>
              </a:rPr>
              <a:t>Methodology</a:t>
            </a:r>
            <a:endParaRPr lang="en-IN" sz="2800">
              <a:latin typeface="Arial Rounded MT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 bwMode="auto">
          <a:xfrm>
            <a:off x="353569" y="1789073"/>
            <a:ext cx="8411512" cy="4205138"/>
          </a:xfrm>
        </p:spPr>
        <p:txBody>
          <a:bodyPr/>
          <a:lstStyle/>
          <a:p>
            <a:r>
              <a:rPr lang="en-US" sz="2200" dirty="0"/>
              <a:t>Identified key HR and employee pain points through analysis.</a:t>
            </a:r>
          </a:p>
          <a:p>
            <a:r>
              <a:rPr lang="en-US" sz="2200" dirty="0"/>
              <a:t>Planned a modular system architecture, database schema, and user flows.</a:t>
            </a:r>
          </a:p>
          <a:p>
            <a:r>
              <a:rPr lang="en-US" sz="2200" dirty="0"/>
              <a:t>Built frontend and backend with React.js, Node.js, and PostgreSQL.</a:t>
            </a:r>
          </a:p>
          <a:p>
            <a:r>
              <a:rPr lang="en-US" sz="2200" dirty="0"/>
              <a:t>Ensured functionality, security, and performance through rigorous testing.</a:t>
            </a:r>
          </a:p>
          <a:p>
            <a:r>
              <a:rPr lang="en-US" sz="2200" dirty="0"/>
              <a:t>Hosted on scalable cloud platforms (AWS/Azure) for high availability.</a:t>
            </a:r>
          </a:p>
          <a:p>
            <a:r>
              <a:rPr lang="en-US" sz="2200" dirty="0"/>
              <a:t>Regular iterations based on user feedback for continuous improvement.</a:t>
            </a:r>
          </a:p>
          <a:p>
            <a:r>
              <a:rPr lang="en-US" sz="2200" dirty="0"/>
              <a:t>Documented the development process for maintenance and future enhancements.</a:t>
            </a:r>
          </a:p>
          <a:p>
            <a:endParaRPr sz="2200" dirty="0">
              <a:latin typeface="Carlito"/>
              <a:cs typeface="Carlito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lvl="0">
              <a:defRPr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43000" y="1057610"/>
            <a:ext cx="6477000" cy="8382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     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41381"/>
            <a:ext cx="8229600" cy="4033593"/>
          </a:xfrm>
        </p:spPr>
        <p:txBody>
          <a:bodyPr/>
          <a:lstStyle/>
          <a:p>
            <a:r>
              <a:rPr lang="en-US" sz="2400" b="1" dirty="0"/>
              <a:t>For Employees:</a:t>
            </a:r>
            <a:endParaRPr lang="en-US" sz="2400" dirty="0"/>
          </a:p>
          <a:p>
            <a:r>
              <a:rPr lang="en-US" sz="2400" dirty="0"/>
              <a:t>Self-service leave application with balance visibility</a:t>
            </a:r>
          </a:p>
          <a:p>
            <a:r>
              <a:rPr lang="en-US" sz="2400" dirty="0"/>
              <a:t>Secure access to personal data and payroll information</a:t>
            </a:r>
          </a:p>
          <a:p>
            <a:r>
              <a:rPr lang="en-US" sz="2400" dirty="0"/>
              <a:t>Instant notifications for approvals and updates</a:t>
            </a:r>
          </a:p>
          <a:p>
            <a:r>
              <a:rPr lang="en-US" sz="2400" b="1" dirty="0"/>
              <a:t>For Employers/HR:</a:t>
            </a:r>
            <a:endParaRPr lang="en-US" sz="2400" dirty="0"/>
          </a:p>
          <a:p>
            <a:r>
              <a:rPr lang="en-US" sz="2400" dirty="0"/>
              <a:t>Effortless employee onboarding and profile management</a:t>
            </a:r>
          </a:p>
          <a:p>
            <a:r>
              <a:rPr lang="en-US" sz="2400" dirty="0"/>
              <a:t>Streamlined leave and payroll approval workflows</a:t>
            </a:r>
          </a:p>
          <a:p>
            <a:r>
              <a:rPr lang="en-US" sz="2400" dirty="0"/>
              <a:t>Dynamic department creation and assignment</a:t>
            </a:r>
          </a:p>
          <a:p>
            <a:r>
              <a:rPr lang="en-US" sz="2400" dirty="0"/>
              <a:t>Comprehensive reporting and data accessibility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pic>
        <p:nvPicPr>
          <p:cNvPr id="726235754" name="Picture 72623575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94789" y="938892"/>
            <a:ext cx="4554420" cy="5660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E499-4135-1767-08C8-60816418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84D1A-689D-FACE-B777-26B8A5596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D48A9-3C59-C39D-60FE-B01E7F83FD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4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072662" y="836228"/>
            <a:ext cx="6477000" cy="8382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Tech Stack</a:t>
            </a:r>
            <a:endParaRPr lang="en-IN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rPr lang="en-IN" b="1" dirty="0"/>
              <a:t>Frontend:</a:t>
            </a:r>
            <a:r>
              <a:rPr lang="en-IN" dirty="0"/>
              <a:t> React.js</a:t>
            </a:r>
          </a:p>
          <a:p>
            <a:r>
              <a:rPr lang="en-IN" b="1" dirty="0"/>
              <a:t>Backend:</a:t>
            </a:r>
            <a:r>
              <a:rPr lang="en-IN" dirty="0"/>
              <a:t> Node.js with Express.js</a:t>
            </a:r>
          </a:p>
          <a:p>
            <a:r>
              <a:rPr lang="en-IN" b="1" dirty="0"/>
              <a:t>Database:</a:t>
            </a:r>
            <a:r>
              <a:rPr lang="en-IN" dirty="0"/>
              <a:t> MongoDB</a:t>
            </a:r>
          </a:p>
          <a:p>
            <a:r>
              <a:rPr lang="en-IN" b="1" dirty="0"/>
              <a:t>Styling:</a:t>
            </a:r>
            <a:r>
              <a:rPr lang="en-IN" dirty="0"/>
              <a:t>  CSS Modules ,Tailwind </a:t>
            </a:r>
            <a:r>
              <a:rPr lang="en-IN" dirty="0" err="1"/>
              <a:t>Css</a:t>
            </a:r>
            <a:endParaRPr lang="en-IN" dirty="0"/>
          </a:p>
          <a:p>
            <a:r>
              <a:rPr lang="en-IN" b="1" dirty="0"/>
              <a:t>Authentication:</a:t>
            </a:r>
            <a:r>
              <a:rPr lang="en-IN" dirty="0"/>
              <a:t>  JWT</a:t>
            </a:r>
          </a:p>
          <a:p>
            <a:r>
              <a:rPr lang="en-IN" b="1" dirty="0"/>
              <a:t>Deployment:</a:t>
            </a:r>
            <a:r>
              <a:rPr lang="en-IN" dirty="0"/>
              <a:t> </a:t>
            </a:r>
            <a:r>
              <a:rPr lang="en-IN" dirty="0" err="1"/>
              <a:t>Vercel</a:t>
            </a:r>
            <a:endParaRPr lang="en-IN" dirty="0"/>
          </a:p>
          <a:p>
            <a:r>
              <a:rPr lang="en-IN" b="1" dirty="0"/>
              <a:t>Tools:</a:t>
            </a:r>
            <a:r>
              <a:rPr lang="en-IN" dirty="0"/>
              <a:t> Git, GitHub, VS Code</a:t>
            </a:r>
            <a:br>
              <a:rPr lang="en-IN" sz="2400" dirty="0"/>
            </a:br>
            <a:endParaRPr lang="en-IN" sz="2400" dirty="0">
              <a:latin typeface="Carlito"/>
              <a:cs typeface="Carli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94447" y="1742464"/>
            <a:ext cx="8229600" cy="4033593"/>
          </a:xfrm>
        </p:spPr>
        <p:txBody>
          <a:bodyPr/>
          <a:lstStyle/>
          <a:p>
            <a:r>
              <a:rPr lang="en-US" sz="2400" dirty="0"/>
              <a:t>Our Employee Management System offers a modern, comprehensive solution to:</a:t>
            </a:r>
          </a:p>
          <a:p>
            <a:r>
              <a:rPr lang="en-US" sz="2400" b="1" dirty="0"/>
              <a:t>Streamline HR processes</a:t>
            </a:r>
            <a:r>
              <a:rPr lang="en-US" sz="2400" dirty="0"/>
              <a:t> and reduce manual workload.</a:t>
            </a:r>
          </a:p>
          <a:p>
            <a:r>
              <a:rPr lang="en-US" sz="2400" b="1" dirty="0"/>
              <a:t>Empower employees</a:t>
            </a:r>
            <a:r>
              <a:rPr lang="en-US" sz="2400" dirty="0"/>
              <a:t> with self-service tools and transparency.</a:t>
            </a:r>
          </a:p>
          <a:p>
            <a:r>
              <a:rPr lang="en-US" sz="2400" b="1" dirty="0"/>
              <a:t>Provide employers</a:t>
            </a:r>
            <a:r>
              <a:rPr lang="en-US" sz="2400" dirty="0"/>
              <a:t> with efficient control over workforce management.</a:t>
            </a:r>
          </a:p>
          <a:p>
            <a:r>
              <a:rPr lang="en-US" sz="2400" dirty="0"/>
              <a:t>"This system is designed to transform HR from a cost center into a strategic partner, fostering a more productive and engaged workforce."</a:t>
            </a:r>
          </a:p>
          <a:p>
            <a:r>
              <a:rPr lang="en-US" sz="2400" dirty="0"/>
              <a:t>Invest in a system that ensures compliance, efficiency, and a positive employee experience.</a:t>
            </a:r>
          </a:p>
          <a:p>
            <a:pPr marL="114300" indent="0">
              <a:buNone/>
            </a:pPr>
            <a:br>
              <a:rPr lang="en-US" sz="1800" dirty="0"/>
            </a:br>
            <a:endParaRPr sz="1800" dirty="0">
              <a:latin typeface="Carlito"/>
              <a:cs typeface="Carli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56391"/>
            <a:ext cx="8229600" cy="4033593"/>
          </a:xfrm>
        </p:spPr>
        <p:txBody>
          <a:bodyPr/>
          <a:lstStyle/>
          <a:p>
            <a:pPr marL="114300" indent="0">
              <a:buNone/>
              <a:defRPr/>
            </a:pPr>
            <a:r>
              <a:rPr lang="en-US"/>
              <a:t>  </a:t>
            </a:r>
            <a:endParaRPr/>
          </a:p>
          <a:p>
            <a:pPr marL="114300" indent="0">
              <a:buNone/>
              <a:defRPr/>
            </a:pPr>
            <a:endParaRPr lang="en-US"/>
          </a:p>
          <a:p>
            <a:pPr marL="114300" indent="0">
              <a:buNone/>
              <a:defRPr/>
            </a:pPr>
            <a:r>
              <a:rPr lang="en-US"/>
              <a:t>               </a:t>
            </a:r>
            <a:r>
              <a:rPr lang="en-US" sz="9600"/>
              <a:t>Thank You</a:t>
            </a:r>
            <a:endParaRPr lang="en-IN" sz="9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529</Words>
  <Application>Microsoft Office PowerPoint</Application>
  <DocSecurity>0</DocSecurity>
  <PresentationFormat>On-screen Show (4:3)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Rounded MT Bold</vt:lpstr>
      <vt:lpstr>Calibri</vt:lpstr>
      <vt:lpstr>Carlito</vt:lpstr>
      <vt:lpstr>Eras Demi ITC</vt:lpstr>
      <vt:lpstr>Segoe UI Semibold</vt:lpstr>
      <vt:lpstr>Wingdings</vt:lpstr>
      <vt:lpstr>1_Office Theme</vt:lpstr>
      <vt:lpstr>PowerPoint Presentation</vt:lpstr>
      <vt:lpstr>PowerPoint Presentation</vt:lpstr>
      <vt:lpstr>Objective</vt:lpstr>
      <vt:lpstr> Survey</vt:lpstr>
      <vt:lpstr>Problem Statement</vt:lpstr>
      <vt:lpstr>Methodology</vt:lpstr>
      <vt:lpstr>     Features </vt:lpstr>
      <vt:lpstr>PowerPoint Presentation</vt:lpstr>
      <vt:lpstr>PowerPoint Presentation</vt:lpstr>
      <vt:lpstr>Tech Stack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</dc:title>
  <dc:subject/>
  <dc:creator>Taj</dc:creator>
  <cp:keywords/>
  <dc:description/>
  <cp:lastModifiedBy>Tarun Rana</cp:lastModifiedBy>
  <cp:revision>69</cp:revision>
  <dcterms:modified xsi:type="dcterms:W3CDTF">2026-05-15T16:51:21Z</dcterms:modified>
  <cp:category/>
  <dc:identifier/>
  <cp:contentStatus/>
  <dc:language/>
  <cp:version/>
</cp:coreProperties>
</file>